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9" d="100"/>
          <a:sy n="69" d="100"/>
        </p:scale>
        <p:origin x="5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arajupalli bhanuprakashreddy" userId="c60226e0e85f4d87" providerId="LiveId" clId="{07336C62-5BE2-4ED0-997E-C1D601AA27D6}"/>
    <pc:docChg chg="custSel addSld modSld">
      <pc:chgData name="jagarajupalli bhanuprakashreddy" userId="c60226e0e85f4d87" providerId="LiveId" clId="{07336C62-5BE2-4ED0-997E-C1D601AA27D6}" dt="2026-10-20T03:52:45.891" v="4" actId="22"/>
      <pc:docMkLst>
        <pc:docMk/>
      </pc:docMkLst>
      <pc:sldChg chg="modSp mod">
        <pc:chgData name="jagarajupalli bhanuprakashreddy" userId="c60226e0e85f4d87" providerId="LiveId" clId="{07336C62-5BE2-4ED0-997E-C1D601AA27D6}" dt="2026-10-20T03:30:09.913" v="1" actId="20577"/>
        <pc:sldMkLst>
          <pc:docMk/>
          <pc:sldMk cId="4059095024" sldId="262"/>
        </pc:sldMkLst>
        <pc:spChg chg="mod">
          <ac:chgData name="jagarajupalli bhanuprakashreddy" userId="c60226e0e85f4d87" providerId="LiveId" clId="{07336C62-5BE2-4ED0-997E-C1D601AA27D6}" dt="2026-10-20T03:30:09.913" v="1" actId="20577"/>
          <ac:spMkLst>
            <pc:docMk/>
            <pc:sldMk cId="4059095024" sldId="262"/>
            <ac:spMk id="3" creationId="{9C177896-5525-A1CF-CD52-B73274CDF908}"/>
          </ac:spMkLst>
        </pc:spChg>
      </pc:sldChg>
      <pc:sldChg chg="addSp delSp new mod modClrScheme chgLayout">
        <pc:chgData name="jagarajupalli bhanuprakashreddy" userId="c60226e0e85f4d87" providerId="LiveId" clId="{07336C62-5BE2-4ED0-997E-C1D601AA27D6}" dt="2026-10-20T03:52:45.891" v="4" actId="22"/>
        <pc:sldMkLst>
          <pc:docMk/>
          <pc:sldMk cId="1580466715" sldId="263"/>
        </pc:sldMkLst>
        <pc:spChg chg="del">
          <ac:chgData name="jagarajupalli bhanuprakashreddy" userId="c60226e0e85f4d87" providerId="LiveId" clId="{07336C62-5BE2-4ED0-997E-C1D601AA27D6}" dt="2026-10-20T03:47:27.069" v="3" actId="700"/>
          <ac:spMkLst>
            <pc:docMk/>
            <pc:sldMk cId="1580466715" sldId="263"/>
            <ac:spMk id="2" creationId="{780DCE71-A6B3-E2F6-9061-756CAB258E57}"/>
          </ac:spMkLst>
        </pc:spChg>
        <pc:spChg chg="del">
          <ac:chgData name="jagarajupalli bhanuprakashreddy" userId="c60226e0e85f4d87" providerId="LiveId" clId="{07336C62-5BE2-4ED0-997E-C1D601AA27D6}" dt="2026-10-20T03:47:27.069" v="3" actId="700"/>
          <ac:spMkLst>
            <pc:docMk/>
            <pc:sldMk cId="1580466715" sldId="263"/>
            <ac:spMk id="3" creationId="{BA49959A-70AB-3A2E-83CA-F97719C201A2}"/>
          </ac:spMkLst>
        </pc:spChg>
        <pc:picChg chg="add">
          <ac:chgData name="jagarajupalli bhanuprakashreddy" userId="c60226e0e85f4d87" providerId="LiveId" clId="{07336C62-5BE2-4ED0-997E-C1D601AA27D6}" dt="2026-10-20T03:52:45.891" v="4" actId="22"/>
          <ac:picMkLst>
            <pc:docMk/>
            <pc:sldMk cId="1580466715" sldId="263"/>
            <ac:picMk id="5" creationId="{F76BFD9E-3B33-3ABB-7DC4-34A3A308D7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E3E9-93A8-C2B0-0A6F-93A1C3BBB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FA43F-53B4-510F-3F4A-54324CE134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05119-14E1-340B-3A64-D479F803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9F7FF-31BB-F7D8-E8B0-55A1DD73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174C1-0074-C47E-C34F-5CDE10D7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2749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EC9A9-30CD-AF46-EFE3-2B6602F19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D0D61-5F20-B3B6-E99F-82872042A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E8E01-D1B4-FBE2-018A-43465587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5E111-DA06-A7CF-0401-34C32160A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95158-0241-0102-9DFD-9CFDB80C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17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9F623-40E7-F54C-B078-A0C1D34E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927B3-C569-081D-286F-60309FEB4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09FC1-5475-17C9-70DD-3178516A3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DD4B1-8C19-81DD-DD51-45090008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CF1D6-D892-6CC5-0975-03BEB7D8D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791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B4D2-DE6A-FB05-3D47-B84D793D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73705-8822-A6BF-162E-266FF2031C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5E121-2046-E759-ED70-964C2A469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F62FB-B8B3-BC99-9984-38EE6316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B0543-CD70-6DD4-826B-4887DAFB7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54292-F6C3-9876-5B6E-FDAB56191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450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CF84-5C89-D4B8-68F7-52D19AB54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CD4AC-825E-70B8-0C71-4E731F0C7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524125-A6F8-0B66-3604-A468579CB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FC7EC-9416-8F4F-53B5-C1CF0DDE07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944776-0C7A-03C8-2143-561BB2268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16A44B-40E5-FFDB-CCE7-DEB619ED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F95933-C8DF-C0C3-F4E6-AC57C36A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336D1-2842-F05C-D496-DFCB8EA9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291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591B-25C7-657A-F756-86CD2205A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6D7CC-FE7C-B979-6966-D3D56740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D1D97D-B4A9-FDA3-A50E-B9CDD72D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3E0B8-8C9A-9F42-F0D0-75427DC9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85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8C44B-EC71-C00F-0304-7E886ACA1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9EE253-22E5-7767-AA0D-C84749EB8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378AD-15CF-3D29-9BBB-E402863BC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584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5BAA-19C8-92C2-8A74-639FFAA06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7222F-96EF-F099-B9E4-6D1D85DA7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D5C60-C41E-4F2E-63A5-021E3300A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FA4A78-5DDD-111E-8593-182A5CFA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EFB6A-C277-49BD-41F2-9185B4212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EEEC7-85DE-B640-45D8-B6B84182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85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3BB81-F330-E59E-BA6D-4DB9A172F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2F609E-322D-0E2F-F197-72DFE9BE32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28830-865D-8D39-F9B4-CBA5515F7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9A038-CCDF-90AA-7055-98F21961F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5FDDE-1637-7147-1A9B-449549CE9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E4D2E-7A1F-563B-4D69-33D1989EC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02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10299-6FEF-6279-3F4D-62657CE9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2CCC5-F54C-0724-F858-9F91A1326F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C3C86-58D1-349E-2BBF-4E65FD41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090BC-F0AC-28DB-3CDD-5CE269AFF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2C007-3E5A-45BE-2D6E-D0BC981A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82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88F038-0540-337C-3A07-208CDEF8F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A28EDE-D973-F7A8-8FA1-3281F344F0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4EC40-8E9C-B848-BC02-042E8EE54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BD4D0-EC55-6E56-9DA1-2C7FC8101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4B386-23DA-940B-1C9E-3F04FE1CA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8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756CE5-1C82-EB5B-C8E4-B091E7AB9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5B45E-6442-FE62-AD8C-6E8A715F3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19E15-5885-9190-E752-0ACCE1EC5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996C3-106A-4CA7-8853-002B48C5D35E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4B50F-301F-7116-4064-BF8C2AC245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370CE-03BA-2856-6F41-39509EDDD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C254F-A2BF-403E-8300-3FDA6EF901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83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9ADA7-FC7E-040C-3851-2EBE237AD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803"/>
            <a:ext cx="9144000" cy="2387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77896-5525-A1CF-CD52-B73274CDF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999930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 : J. Bhanuprakash Reddy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.No:192524171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:AI&amp;DS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:CSA1409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Supervision By :Dr. Deepa N</a:t>
            </a:r>
          </a:p>
        </p:txBody>
      </p:sp>
    </p:spTree>
    <p:extLst>
      <p:ext uri="{BB962C8B-B14F-4D97-AF65-F5344CB8AC3E}">
        <p14:creationId xmlns:p14="http://schemas.microsoft.com/office/powerpoint/2010/main" val="4059095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8C5BE0-1E09-BD00-6B48-44E5ED4F7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384" y="749808"/>
            <a:ext cx="10890504" cy="5687568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Front-End of a Compiler?</a:t>
            </a:r>
          </a:p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front-end is the first major part of a compiler. It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source code written by a programmer and checks whether it follows the rules of the programming language.</a:t>
            </a: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functions: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source code into tokens.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grammatical structure.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meaning and correctness of statements.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intermediate representation (IR) for further processing.</a:t>
            </a:r>
          </a:p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programmer writes a C program, the front-end checks whether its statements follow C language rules before passing the processed representation to the back-end.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305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26D5-CFBB-9695-EE0C-1701DCF6F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Main Phases of the Front-End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front-end mainly consists of three important phases.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The diagram illustrates a three-stage process for syntax checking: Lexical Analysis identifies tokens, Syntax Analysis verifies grammar rules, and Semantic Analysis checks for meaningful statements.&#10;&#10;AI-generated content may be incorrect.">
            <a:extLst>
              <a:ext uri="{FF2B5EF4-FFF2-40B4-BE49-F238E27FC236}">
                <a16:creationId xmlns:a16="http://schemas.microsoft.com/office/drawing/2014/main" id="{894AC928-BC58-7872-01A7-95230AF84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71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403C5-7986-06E0-50AA-C883E084B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184"/>
            <a:ext cx="10515600" cy="64465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Code Generation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intermediate code?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representation (IR) is a form of code generated after the source program has been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acts as a bridge between the front-end and the back-end.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this C statement: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a + b * c;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possible three-address intermediate representation is: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 = b * c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 = a + t1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= t2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t1 and t2 are temporary variables used to represent intermediate calculations.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852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The diagram illustrates a simplified flow from source code to machine-specific code generation, including intermediate steps for analysis and correctness checks.&#10;&#10;AI-generated content may be incorrect.">
            <a:extLst>
              <a:ext uri="{FF2B5EF4-FFF2-40B4-BE49-F238E27FC236}">
                <a16:creationId xmlns:a16="http://schemas.microsoft.com/office/drawing/2014/main" id="{BB1EF01E-AC46-EF3F-F5C5-FF9F341E02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851" r="290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94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9DB138-77FC-14F2-287C-D05365EF6E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5538906"/>
              </p:ext>
            </p:extLst>
          </p:nvPr>
        </p:nvGraphicFramePr>
        <p:xfrm>
          <a:off x="755904" y="469273"/>
          <a:ext cx="1051560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422641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83970346"/>
                    </a:ext>
                  </a:extLst>
                </a:gridCol>
              </a:tblGrid>
              <a:tr h="307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172635"/>
                  </a:ext>
                </a:extLst>
              </a:tr>
              <a:tr h="537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Machine-independent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the source language rather than a particular processor's instruction set.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194321"/>
                  </a:ext>
                </a:extLst>
              </a:tr>
              <a:tr h="307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correctness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lexical, grammatical and semantic errors.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5377359"/>
                  </a:ext>
                </a:extLst>
              </a:tr>
              <a:tr h="537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Easier to modify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Language-specific changes can often be made without redesigning the entire back-end.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5872363"/>
                  </a:ext>
                </a:extLst>
              </a:tr>
              <a:tr h="537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intermediate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Produces a representation for optimization and later code generation.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560832"/>
                  </a:ext>
                </a:extLst>
              </a:tr>
              <a:tr h="5379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Separates analysis into distinct phases, making development and debugging easier.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6991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713522F-EBA5-76F0-3E93-E6FEC61618BF}"/>
              </a:ext>
            </a:extLst>
          </p:cNvPr>
          <p:cNvSpPr txBox="1"/>
          <p:nvPr/>
        </p:nvSpPr>
        <p:spPr>
          <a:xfrm>
            <a:off x="755904" y="3947279"/>
            <a:ext cx="10515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Characteristics of the Front-End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example: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compiler is extended to support a new programming language, much of the existing back-end may be reusable if the new front-end produces the same intermediate representation.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distinction: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front-end is largely machine-independent, but it is not necessarily independent of the source programming language. Also, it can detect many errors, but it cannot guarantee that a program's overall logic is correct.</a:t>
            </a:r>
          </a:p>
        </p:txBody>
      </p:sp>
    </p:spTree>
    <p:extLst>
      <p:ext uri="{BB962C8B-B14F-4D97-AF65-F5344CB8AC3E}">
        <p14:creationId xmlns:p14="http://schemas.microsoft.com/office/powerpoint/2010/main" val="1164333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4D901-0FDC-A754-FB94-6B5B3879D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356616"/>
            <a:ext cx="11686032" cy="64373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 and Conclusion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a student writes this program: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age = 20;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= age + 1;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front-end processes it step by step: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Recognizes int, age, =, 20 and other tokens.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that the declaration and assignment follow C grammar.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analysis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that age is declared and that the operations and types are valid.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code generation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 intermediate representation for the next compiler stages.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front-end is essential because it transforms source code into a structured intermediate representation while detecting errors early. Its modular, largely machine-independent design makes compilers easier to develop, maintain and extend.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87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6BFD9E-3B33-3ABB-7DC4-34A3A308D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66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504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Technical Presentation</vt:lpstr>
      <vt:lpstr>PowerPoint Presentation</vt:lpstr>
      <vt:lpstr>Three Main Phases of the Front-End The front-end mainly consists of three important phases.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jagarajupalli bhanuprakashreddy</dc:creator>
  <cp:lastModifiedBy>jagarajupalli bhanuprakashreddy</cp:lastModifiedBy>
  <cp:revision>1</cp:revision>
  <dcterms:created xsi:type="dcterms:W3CDTF">2026-10-12T15:51:39Z</dcterms:created>
  <dcterms:modified xsi:type="dcterms:W3CDTF">2026-10-20T03:52:54Z</dcterms:modified>
</cp:coreProperties>
</file>